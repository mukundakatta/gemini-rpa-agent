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509760" y="-64008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F86A1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10241280" y="4206240"/>
            <a:ext cx="2926080" cy="2926080"/>
          </a:xfrm>
          <a:prstGeom prst="roundRect">
            <a:avLst>
              <a:gd name="adj" fmla="val 9375"/>
            </a:avLst>
          </a:prstGeom>
          <a:solidFill>
            <a:srgbClr val="4285F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AGENTHACK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gemini-rpa-agent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RPA failure-diagnosis agent that runs inside UiPath Maestro.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broke. Get the failing step, the verbatim error, and the fix, in seconds.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2020824" cy="365760"/>
          </a:xfrm>
          <a:prstGeom prst="roundRect">
            <a:avLst>
              <a:gd name="adj" fmla="val 50000"/>
            </a:avLst>
          </a:prstGeom>
          <a:solidFill>
            <a:srgbClr val="16245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343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BPMN track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62072" y="43434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245A"/>
          </a:solidFill>
          <a:ln/>
        </p:spPr>
      </p:sp>
      <p:sp>
        <p:nvSpPr>
          <p:cNvPr id="11" name="Text 9"/>
          <p:cNvSpPr/>
          <p:nvPr/>
        </p:nvSpPr>
        <p:spPr>
          <a:xfrm>
            <a:off x="2862072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+ ADK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4343400"/>
            <a:ext cx="2020824" cy="365760"/>
          </a:xfrm>
          <a:prstGeom prst="roundRect">
            <a:avLst>
              <a:gd name="adj" fmla="val 50000"/>
            </a:avLst>
          </a:prstGeom>
          <a:solidFill>
            <a:srgbClr val="16245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4343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LLM Gateway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14032" y="4343400"/>
            <a:ext cx="1252728" cy="365760"/>
          </a:xfrm>
          <a:prstGeom prst="roundRect">
            <a:avLst>
              <a:gd name="adj" fmla="val 50000"/>
            </a:avLst>
          </a:prstGeom>
          <a:solidFill>
            <a:srgbClr val="16245A"/>
          </a:solidFill>
          <a:ln/>
        </p:spPr>
      </p:sp>
      <p:sp>
        <p:nvSpPr>
          <p:cNvPr id="15" name="Text 13"/>
          <p:cNvSpPr/>
          <p:nvPr/>
        </p:nvSpPr>
        <p:spPr>
          <a:xfrm>
            <a:off x="7114032" y="434340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Mukunda Katta  ·  solo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841248"/>
          </a:xfrm>
          <a:prstGeom prst="rect">
            <a:avLst/>
          </a:prstGeom>
          <a:solidFill>
            <a:srgbClr val="F86A1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303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96112" y="80467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diagnosis is what burns the night, not the fix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92755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7826" y="2487168"/>
            <a:ext cx="512064" cy="512064"/>
          </a:xfrm>
          <a:prstGeom prst="ellipse">
            <a:avLst/>
          </a:prstGeom>
          <a:solidFill>
            <a:srgbClr val="16245A"/>
          </a:solidFill>
          <a:ln/>
        </p:spPr>
      </p:sp>
      <p:sp>
        <p:nvSpPr>
          <p:cNvPr id="7" name="Text 5"/>
          <p:cNvSpPr/>
          <p:nvPr/>
        </p:nvSpPr>
        <p:spPr>
          <a:xfrm>
            <a:off x="1347826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127248"/>
            <a:ext cx="17080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fails overnight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49347" y="278892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78531" y="2286000"/>
            <a:ext cx="192755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6277" y="2487168"/>
            <a:ext cx="512064" cy="512064"/>
          </a:xfrm>
          <a:prstGeom prst="ellipse">
            <a:avLst/>
          </a:prstGeom>
          <a:solidFill>
            <a:srgbClr val="16245A"/>
          </a:solidFill>
          <a:ln/>
        </p:spPr>
      </p:sp>
      <p:sp>
        <p:nvSpPr>
          <p:cNvPr id="12" name="Text 10"/>
          <p:cNvSpPr/>
          <p:nvPr/>
        </p:nvSpPr>
        <p:spPr>
          <a:xfrm>
            <a:off x="3586277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88259" y="3127248"/>
            <a:ext cx="17080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gets paged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7798" y="278892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116982" y="2286000"/>
            <a:ext cx="192755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24728" y="2487168"/>
            <a:ext cx="512064" cy="512064"/>
          </a:xfrm>
          <a:prstGeom prst="ellipse">
            <a:avLst/>
          </a:prstGeom>
          <a:solidFill>
            <a:srgbClr val="16245A"/>
          </a:solidFill>
          <a:ln/>
        </p:spPr>
      </p:sp>
      <p:sp>
        <p:nvSpPr>
          <p:cNvPr id="17" name="Text 15"/>
          <p:cNvSpPr/>
          <p:nvPr/>
        </p:nvSpPr>
        <p:spPr>
          <a:xfrm>
            <a:off x="582472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26710" y="3127248"/>
            <a:ext cx="17080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5 layers to the failing step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26250" y="278892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55434" y="2286000"/>
            <a:ext cx="192755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3179" y="2487168"/>
            <a:ext cx="512064" cy="512064"/>
          </a:xfrm>
          <a:prstGeom prst="ellipse">
            <a:avLst/>
          </a:prstGeom>
          <a:solidFill>
            <a:srgbClr val="16245A"/>
          </a:solidFill>
          <a:ln/>
        </p:spPr>
      </p:sp>
      <p:sp>
        <p:nvSpPr>
          <p:cNvPr id="22" name="Text 20"/>
          <p:cNvSpPr/>
          <p:nvPr/>
        </p:nvSpPr>
        <p:spPr>
          <a:xfrm>
            <a:off x="8063179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65162" y="3127248"/>
            <a:ext cx="17080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error payload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64701" y="278892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593885" y="2286000"/>
            <a:ext cx="192755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01630" y="2487168"/>
            <a:ext cx="512064" cy="51206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7" name="Text 25"/>
          <p:cNvSpPr/>
          <p:nvPr/>
        </p:nvSpPr>
        <p:spPr>
          <a:xfrm>
            <a:off x="10301630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03613" y="3127248"/>
            <a:ext cx="17080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known fix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DEDE3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61772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almost always copy-pasteable. 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it is what costs the night. </a:t>
            </a:r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gemini-rpa-agent walks the same tools an on-call walks, but in seconds, with the canonical fix already in hand.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841248"/>
          </a:xfrm>
          <a:prstGeom prst="rect">
            <a:avLst/>
          </a:prstGeom>
          <a:solidFill>
            <a:srgbClr val="F86A1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303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96112" y="80467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 in, a five-section diagnosis out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0B1733"/>
          </a:solidFill>
          <a:ln/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“Workflow wf-onboarding-pro-2026-001 failed at 09:14 UTC. What broke, and how do I fix it?”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3383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760720" y="2148840"/>
            <a:ext cx="91440" cy="603504"/>
          </a:xfrm>
          <a:prstGeom prst="rect">
            <a:avLst/>
          </a:prstGeom>
          <a:solidFill>
            <a:srgbClr val="16245A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2148840"/>
            <a:ext cx="56692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14884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workflow, which step, what broke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2916936"/>
            <a:ext cx="91440" cy="603504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0" y="2916936"/>
            <a:ext cx="56692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9169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18120" y="29169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error payload + step IDs, no paraphrasing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60720" y="3685032"/>
            <a:ext cx="91440" cy="603504"/>
          </a:xfrm>
          <a:prstGeom prst="rect">
            <a:avLst/>
          </a:prstGeom>
          <a:solidFill>
            <a:srgbClr val="16245A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3685032"/>
            <a:ext cx="56692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68503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18120" y="368503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diagnosis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60720" y="4453128"/>
            <a:ext cx="91440" cy="603504"/>
          </a:xfrm>
          <a:prstGeom prst="rect">
            <a:avLst/>
          </a:prstGeom>
          <a:solidFill>
            <a:srgbClr val="16245A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4453128"/>
            <a:ext cx="56692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445312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818120" y="44531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fix: old value, new value, retry command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760720" y="5221224"/>
            <a:ext cx="91440" cy="603504"/>
          </a:xfrm>
          <a:prstGeom prst="rect">
            <a:avLst/>
          </a:prstGeom>
          <a:solidFill>
            <a:srgbClr val="16245A"/>
          </a:solidFill>
          <a:ln/>
        </p:spPr>
      </p:sp>
      <p:sp>
        <p:nvSpPr>
          <p:cNvPr id="26" name="Shape 24"/>
          <p:cNvSpPr/>
          <p:nvPr/>
        </p:nvSpPr>
        <p:spPr>
          <a:xfrm>
            <a:off x="5852160" y="5221224"/>
            <a:ext cx="56692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522122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818120" y="522122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follow-up check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841248"/>
          </a:xfrm>
          <a:prstGeom prst="rect">
            <a:avLst/>
          </a:prstGeom>
          <a:solidFill>
            <a:srgbClr val="F86A1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303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96112" y="80467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runs through the UiPath Platform, end to end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34315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6245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2343150" cy="109728"/>
          </a:xfrm>
          <a:prstGeom prst="rect">
            <a:avLst/>
          </a:prstGeom>
          <a:solidFill>
            <a:srgbClr val="16245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78892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UiPath Maestro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Service Task starts and waits for the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8366" y="3108960"/>
            <a:ext cx="612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86150" y="2468880"/>
            <a:ext cx="234315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6245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86150" y="2468880"/>
            <a:ext cx="2343150" cy="109728"/>
          </a:xfrm>
          <a:prstGeom prst="rect">
            <a:avLst/>
          </a:prstGeom>
          <a:solidFill>
            <a:srgbClr val="16245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0742" y="278892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ADK LlmAgent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69030" y="338328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Flash, uipath_entrypoint.main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74436" y="3108960"/>
            <a:ext cx="612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332220" y="2468880"/>
            <a:ext cx="234315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F86A1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32220" y="2468880"/>
            <a:ext cx="2343150" cy="109728"/>
          </a:xfrm>
          <a:prstGeom prst="rect">
            <a:avLst/>
          </a:prstGeom>
          <a:solidFill>
            <a:srgbClr val="F86A1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6812" y="278892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UiPath LLM Gateway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5100" y="338328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UiPathGemini routes every Gemini 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20506" y="3108960"/>
            <a:ext cx="612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78290" y="2468880"/>
            <a:ext cx="234315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6245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78290" y="2468880"/>
            <a:ext cx="2343150" cy="109728"/>
          </a:xfrm>
          <a:prstGeom prst="rect">
            <a:avLst/>
          </a:prstGeom>
          <a:solidFill>
            <a:srgbClr val="16245A"/>
          </a:solidFill>
          <a:ln/>
        </p:spPr>
      </p:sp>
      <p:sp>
        <p:nvSpPr>
          <p:cNvPr id="22" name="Text 20"/>
          <p:cNvSpPr/>
          <p:nvPr/>
        </p:nvSpPr>
        <p:spPr>
          <a:xfrm>
            <a:off x="9342882" y="278892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RPA MCP server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61170" y="338328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today, real orchestrator one env var away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satisfies the rule. 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and agent logic run through the UiPath Platform: Maestro invokes the published agent, and every Gemini call passes through the UiPath LLM Gateway, not direct Vertex.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841248"/>
          </a:xfrm>
          <a:prstGeom prst="rect">
            <a:avLst/>
          </a:prstGeom>
          <a:solidFill>
            <a:srgbClr val="F86A1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303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SURFACE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96112" y="80467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read-only RPA tools, walked end to end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32888"/>
            <a:ext cx="457200" cy="457200"/>
          </a:xfrm>
          <a:prstGeom prst="ellipse">
            <a:avLst/>
          </a:prstGeom>
          <a:solidFill>
            <a:srgbClr val="1624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4963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list_workflows(active_only)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54480" y="295351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plus last-run status. Finds the run whose status is failed.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532888"/>
            <a:ext cx="457200" cy="457200"/>
          </a:xfrm>
          <a:prstGeom prst="ellipse">
            <a:avLst/>
          </a:prstGeom>
          <a:solidFill>
            <a:srgbClr val="1624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4963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get_workflow_run(run_id)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0" y="295351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trace. Identifies the single failing step.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361688"/>
            <a:ext cx="457200" cy="457200"/>
          </a:xfrm>
          <a:prstGeom prst="ellipse">
            <a:avLst/>
          </a:prstGeom>
          <a:solidFill>
            <a:srgbClr val="16245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3251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get_step_output(run_id, step_id)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54480" y="478231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error payload from the failing step.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0690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361688"/>
            <a:ext cx="457200" cy="457200"/>
          </a:xfrm>
          <a:prstGeom prst="ellipse">
            <a:avLst/>
          </a:prstGeom>
          <a:solidFill>
            <a:srgbClr val="1624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3251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suggest_retry(run_id)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23760" y="478231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fix plus the retry command.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n8n-style MCP surface. One env var (RPA_API_URL, RPA_API_TOKEN) swaps the stub for a real orchestrator: UiPath, n8n, or self-hosted.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841248"/>
          </a:xfrm>
          <a:prstGeom prst="rect">
            <a:avLst/>
          </a:prstGeom>
          <a:solidFill>
            <a:srgbClr val="F86A1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303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96112" y="8046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Verbatim, never paraphrased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2240280"/>
          </a:xfrm>
          <a:prstGeom prst="roundRect">
            <a:avLst>
              <a:gd name="adj" fmla="val 4082"/>
            </a:avLst>
          </a:prstGeom>
          <a:solidFill>
            <a:srgbClr val="0E1C42"/>
          </a:solidFill>
          <a:ln w="12700">
            <a:solidFill>
              <a:srgbClr val="24386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86000"/>
            <a:ext cx="10149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2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{"error":"channel_not_found","ts":"1747559640.000100","channel_attempted":"#new-hires"}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8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REMEDIATION: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replace channel name "#new-hires" with channel ID C09NEW123HIRE, then retry the run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smoke test re-runs the agent and asserts the exact string </a:t>
            </a:r>
            <a:pPr indent="0" marL="0">
              <a:buNone/>
            </a:pPr>
            <a:r>
              <a:rPr lang="en-US" sz="1600" b="1" i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"error":"channel_not_found"</a:t>
            </a:r>
            <a:pPr indent="0" marL="0">
              <a:buNone/>
            </a:pPr>
            <a:r>
              <a:rPr lang="en-US" sz="1600" i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appears in EVIDENCE, character for character.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841248"/>
          </a:xfrm>
          <a:prstGeom prst="rect">
            <a:avLst/>
          </a:prstGeom>
          <a:solidFill>
            <a:srgbClr val="F86A1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303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96112" y="80467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Maestro BPMN track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528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51760"/>
            <a:ext cx="640080" cy="640080"/>
          </a:xfrm>
          <a:prstGeom prst="ellipse">
            <a:avLst/>
          </a:prstGeom>
          <a:solidFill>
            <a:srgbClr val="F86A1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262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 to end in UiPath: a Maestro BPMN Service Task invokes the agent, and the LLM Gateway is on the hot path for every call.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04360" y="2286000"/>
            <a:ext cx="33528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0120" y="2651760"/>
            <a:ext cx="640080" cy="640080"/>
          </a:xfrm>
          <a:prstGeom prst="ellipse">
            <a:avLst/>
          </a:prstGeom>
          <a:solidFill>
            <a:srgbClr val="F86A1E"/>
          </a:solidFill>
          <a:ln/>
        </p:spPr>
      </p:sp>
      <p:sp>
        <p:nvSpPr>
          <p:cNvPr id="12" name="Text 10"/>
          <p:cNvSpPr/>
          <p:nvPr/>
        </p:nvSpPr>
        <p:spPr>
          <a:xfrm>
            <a:off x="47701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70120" y="35204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1:1 track fit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70120" y="4069080"/>
            <a:ext cx="262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BPMN Service Task calling a coded agent is exactly the track brief. Maestro Case is the documented fallback.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68640" y="2286000"/>
            <a:ext cx="33528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34400" y="2651760"/>
            <a:ext cx="640080" cy="640080"/>
          </a:xfrm>
          <a:prstGeom prst="ellipse">
            <a:avLst/>
          </a:prstGeom>
          <a:solidFill>
            <a:srgbClr val="F86A1E"/>
          </a:solidFill>
          <a:ln/>
        </p:spPr>
      </p:sp>
      <p:sp>
        <p:nvSpPr>
          <p:cNvPr id="17" name="Text 15"/>
          <p:cNvSpPr/>
          <p:nvPr/>
        </p:nvSpPr>
        <p:spPr>
          <a:xfrm>
            <a:off x="85344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34400" y="35204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Stub-first design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34400" y="4069080"/>
            <a:ext cx="262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reproduce the full demo with zero orchestrator setup. One env var flips the stub to a live orchestrator.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841248"/>
          </a:xfrm>
          <a:prstGeom prst="rect">
            <a:avLst/>
          </a:prstGeom>
          <a:solidFill>
            <a:srgbClr val="F86A1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303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8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96112" y="80467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gemini-rpa-agent goes from here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118872" cy="10972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Cloud surface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06240" y="224028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MCP surface for the third AgentHack track: list_test_runs, get_fragile_tests, suggest_test_fix.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593592"/>
            <a:ext cx="118872" cy="10972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9359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Task approval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3593592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Maestro Human Task fork after diagnosis, so a person approves or rejects the fix before it auto-applies.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46904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733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946904"/>
            <a:ext cx="118872" cy="10972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94690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Watch-mode daemon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06240" y="4946904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list_workflows(active_only) and only invoke Gemini on a new failed run, which pays for itself in gateway cost.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-731520" y="4480560"/>
            <a:ext cx="3657600" cy="3657600"/>
          </a:xfrm>
          <a:prstGeom prst="roundRect">
            <a:avLst>
              <a:gd name="adj" fmla="val 7500"/>
            </a:avLst>
          </a:prstGeom>
          <a:solidFill>
            <a:srgbClr val="F86A1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in seconds.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 already quoted.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call through the UiPath LLM Gateway.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github.com/MukundaKatta/gemini-rpa-agent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444752" cy="365760"/>
          </a:xfrm>
          <a:prstGeom prst="roundRect">
            <a:avLst>
              <a:gd name="adj" fmla="val 50000"/>
            </a:avLst>
          </a:prstGeom>
          <a:solidFill>
            <a:srgbClr val="1624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120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BPMN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5120640"/>
            <a:ext cx="1252728" cy="365760"/>
          </a:xfrm>
          <a:prstGeom prst="roundRect">
            <a:avLst>
              <a:gd name="adj" fmla="val 50000"/>
            </a:avLst>
          </a:prstGeom>
          <a:solidFill>
            <a:srgbClr val="16245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512064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39896" y="5120640"/>
            <a:ext cx="580644" cy="365760"/>
          </a:xfrm>
          <a:prstGeom prst="roundRect">
            <a:avLst>
              <a:gd name="adj" fmla="val 50000"/>
            </a:avLst>
          </a:prstGeom>
          <a:solidFill>
            <a:srgbClr val="16245A"/>
          </a:solidFill>
          <a:ln/>
        </p:spPr>
      </p:sp>
      <p:sp>
        <p:nvSpPr>
          <p:cNvPr id="10" name="Text 8"/>
          <p:cNvSpPr/>
          <p:nvPr/>
        </p:nvSpPr>
        <p:spPr>
          <a:xfrm>
            <a:off x="3739896" y="5120640"/>
            <a:ext cx="580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1708" y="5120640"/>
            <a:ext cx="580644" cy="365760"/>
          </a:xfrm>
          <a:prstGeom prst="roundRect">
            <a:avLst>
              <a:gd name="adj" fmla="val 50000"/>
            </a:avLst>
          </a:prstGeom>
          <a:solidFill>
            <a:srgbClr val="16245A"/>
          </a:solidFill>
          <a:ln/>
        </p:spPr>
      </p:sp>
      <p:sp>
        <p:nvSpPr>
          <p:cNvPr id="12" name="Text 10"/>
          <p:cNvSpPr/>
          <p:nvPr/>
        </p:nvSpPr>
        <p:spPr>
          <a:xfrm>
            <a:off x="4521708" y="5120640"/>
            <a:ext cx="580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5120640"/>
            <a:ext cx="1252728" cy="365760"/>
          </a:xfrm>
          <a:prstGeom prst="roundRect">
            <a:avLst>
              <a:gd name="adj" fmla="val 50000"/>
            </a:avLst>
          </a:prstGeom>
          <a:solidFill>
            <a:srgbClr val="16245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512064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gemini-rpa-agent - UiPath AgentHack 2026</dc:title>
  <dc:subject>PptxGenJS Presentation</dc:subject>
  <dc:creator>Mukunda Katta</dc:creator>
  <cp:lastModifiedBy>Mukunda Katta</cp:lastModifiedBy>
  <cp:revision>1</cp:revision>
  <dcterms:created xsi:type="dcterms:W3CDTF">2026-05-29T04:17:42Z</dcterms:created>
  <dcterms:modified xsi:type="dcterms:W3CDTF">2026-05-29T04:17:42Z</dcterms:modified>
</cp:coreProperties>
</file>